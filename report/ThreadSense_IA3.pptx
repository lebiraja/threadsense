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8A294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A8A294"/>
                </a:solidFill>
                <a:latin typeface="Calibri"/>
              </a:rPr>
              <a:t>% of held-out posts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ThreadSense (TF-IDF)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0EBD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Top-1 accuracy</c:v>
                  </c:pt>
                  <c:pt idx="1">
                    <c:v>Hit rate @ 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72.6</c:v>
                </c:pt>
                <c:pt idx="1">
                  <c:v>89.1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Most-popular baseline</c:v>
                </c:pt>
              </c:strCache>
            </c:strRef>
          </c:tx>
          <c:spPr>
            <a:solidFill>
              <a:srgbClr val="7A7568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0EBD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Top-1 accuracy</c:v>
                  </c:pt>
                  <c:pt idx="1">
                    <c:v>Hit rate @ 5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0.02</c:v>
                </c:pt>
                <c:pt idx="1">
                  <c:v>0.26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1200" u="none">
                  <a:solidFill>
                    <a:srgbClr val="F0EBD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0EBD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3A37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A2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0EBD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8A294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A8A294"/>
                </a:solidFill>
                <a:latin typeface="Calibri"/>
              </a:rPr>
              <a:t>seconds, 44,971 posts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mapReduce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0EBD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With index</c:v>
                  </c:pt>
                  <c:pt idx="1">
                    <c:v>Without index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15.44</c:v>
                </c:pt>
                <c:pt idx="1">
                  <c:v>16.92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Aggregation</c:v>
                </c:pt>
              </c:strCache>
            </c:strRef>
          </c:tx>
          <c:spPr>
            <a:solidFill>
              <a:srgbClr val="F0EBD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0EBD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With index</c:v>
                  </c:pt>
                  <c:pt idx="1">
                    <c:v>Without index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7.25</c:v>
                </c:pt>
                <c:pt idx="1">
                  <c:v>8.64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F0EBD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0EBD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3A37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A2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0EBD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One line: we recommend which Reddit communities a piece of text belongs in, using MapReduce on MongoDB.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task is a 1,013-way choice, so random guessing is 0.1%. Everything we report is against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 dataset has no author or time, which is why we pivoted from per-user to content-based. kaggle.com/datasets/mswarbrickjones/reddit-selfposts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step logs records in, records out and duration to MongoDB; the UI reads those logs. Held-out posts are never seen by Jobs 1 to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Hadoop and Spark were not needed: the brief asks for MongoDB and MapReduce, and this size runs on one machine. They are the scale-out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emits word|subreddit once per post. Reduce sums. Job 2's reduce concatenates postings and finalize turns counts into TF-IDF. Full code is in the report and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absolute number is what matters: 72.6% on a 1,013-way choice. We say honestly that the baseline gap is large by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counts for 50 subreddits. Identical output, so the comparison is fair. This supports MongoDB's decision to deprecate mapReduce.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UI only reads precomputed results. The recommender scores text against the stored TF-IDF index; it does not run MapReduce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Code: github.com/lebiraja/threadsense (private). Dataset: kaggle.com/datasets/mswarbrickjones/reddit-selfposts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(BDTT) · IA3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ThreadSense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Discovering Which Reddit Communities You Belong In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83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MongoDB MapReduce pipeline over 1,013,000 Reddit posts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 · B.Tech AI &amp; DS · Karunya Institute of Technology and Sciences · Faculty: Dr. Grace Mary Kanaga 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ThreadSense · IA3 Big Data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has thousands of communities. A newcomer cannot tell which ones fit their question, and analysts have no compact view of how communities relate.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any piece of text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the 5 best-fit subreddits, with the words that drove each score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a map of how 1,013 communities relate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batch big-data pipeline, evaluated on unseen posts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280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1,013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to choose from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30175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0.1%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of a random guess being right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ThreadSense · IA3 Big Data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self-post classification task (Kaggle, mswarbrickjones)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1,013,000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554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1,013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subreddits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554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~147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per post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554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8346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text: titles and bodies with markdown, links and HTML entities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1,000 posts per subreddit; fields: id, subreddit, title, selftext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no author and no timestamp, so the recommender is content-based, not per-user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balanced classes make the baseline near zero by construction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Methodology: a batch pipeline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ThreadSense · IA3 Big Data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tep Ingest"/>
          <p:cNvSpPr/>
          <p:nvPr/>
        </p:nvSpPr>
        <p:spPr>
          <a:xfrm>
            <a:off x="548640" y="1280160"/>
            <a:ext cx="1078992" cy="1097280"/>
          </a:xfrm>
          <a:prstGeom prst="rect">
            <a:avLst/>
          </a:prstGeom>
          <a:solidFill>
            <a:srgbClr val="1F1D17"/>
          </a:solidFill>
          <a:ln w="12700">
            <a:solidFill>
              <a:srgbClr val="3A37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1,013,000</a:t>
            </a:r>
            <a:endParaRPr lang="en-US" sz="1200" dirty="0"/>
          </a:p>
        </p:txBody>
      </p:sp>
      <p:sp>
        <p:nvSpPr>
          <p:cNvPr id="8" name="step Clean"/>
          <p:cNvSpPr/>
          <p:nvPr/>
        </p:nvSpPr>
        <p:spPr>
          <a:xfrm>
            <a:off x="1719072" y="1280160"/>
            <a:ext cx="1078992" cy="1097280"/>
          </a:xfrm>
          <a:prstGeom prst="rect">
            <a:avLst/>
          </a:prstGeom>
          <a:solidFill>
            <a:srgbClr val="1F1D17"/>
          </a:solidFill>
          <a:ln w="12700">
            <a:solidFill>
              <a:srgbClr val="3A37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19072" y="137160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719072" y="178308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1,012,997</a:t>
            </a:r>
            <a:endParaRPr lang="en-US" sz="1200" dirty="0"/>
          </a:p>
        </p:txBody>
      </p:sp>
      <p:sp>
        <p:nvSpPr>
          <p:cNvPr id="11" name="step Split"/>
          <p:cNvSpPr/>
          <p:nvPr/>
        </p:nvSpPr>
        <p:spPr>
          <a:xfrm>
            <a:off x="2889504" y="1280160"/>
            <a:ext cx="1078992" cy="1097280"/>
          </a:xfrm>
          <a:prstGeom prst="rect">
            <a:avLst/>
          </a:prstGeom>
          <a:solidFill>
            <a:srgbClr val="1F1D17"/>
          </a:solidFill>
          <a:ln w="12700">
            <a:solidFill>
              <a:srgbClr val="3A37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89504" y="137160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89504" y="178308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911k / 101k</a:t>
            </a:r>
            <a:endParaRPr lang="en-US" sz="1200" dirty="0"/>
          </a:p>
        </p:txBody>
      </p:sp>
      <p:sp>
        <p:nvSpPr>
          <p:cNvPr id="14" name="step Job 1"/>
          <p:cNvSpPr/>
          <p:nvPr/>
        </p:nvSpPr>
        <p:spPr>
          <a:xfrm>
            <a:off x="4059936" y="1280160"/>
            <a:ext cx="1078992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3A37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59936" y="137160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059936" y="178308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8.1M counts</a:t>
            </a:r>
            <a:endParaRPr lang="en-US" sz="1200" dirty="0"/>
          </a:p>
        </p:txBody>
      </p:sp>
      <p:sp>
        <p:nvSpPr>
          <p:cNvPr id="17" name="step Job 2"/>
          <p:cNvSpPr/>
          <p:nvPr/>
        </p:nvSpPr>
        <p:spPr>
          <a:xfrm>
            <a:off x="5230368" y="1280160"/>
            <a:ext cx="1078992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3A37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30368" y="137160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178308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69,944 words</a:t>
            </a:r>
            <a:endParaRPr lang="en-US" sz="1200" dirty="0"/>
          </a:p>
        </p:txBody>
      </p:sp>
      <p:sp>
        <p:nvSpPr>
          <p:cNvPr id="20" name="step Job 3"/>
          <p:cNvSpPr/>
          <p:nvPr/>
        </p:nvSpPr>
        <p:spPr>
          <a:xfrm>
            <a:off x="6400800" y="1280160"/>
            <a:ext cx="1078992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3A3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137160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178308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1,013 subs</a:t>
            </a:r>
            <a:endParaRPr lang="en-US" sz="1200" dirty="0"/>
          </a:p>
        </p:txBody>
      </p:sp>
      <p:sp>
        <p:nvSpPr>
          <p:cNvPr id="23" name="step Job 4"/>
          <p:cNvSpPr/>
          <p:nvPr/>
        </p:nvSpPr>
        <p:spPr>
          <a:xfrm>
            <a:off x="7571232" y="1280160"/>
            <a:ext cx="1078992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3A37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71232" y="137160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71232" y="178308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+ eval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27432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1: word counts per subreddit, each word once per post (MapReduce)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2: TF-IDF inverted index, weight = (1 + ln c) × ln(N / df) (MapReduce)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3: cosine similarity between subreddit vectors (MapReduce)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4: score pasted text against the index; evaluate on 10% held-out posts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used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ThreadSense · IA3 Big Data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 + MapReduce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188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7.0 (mapReduce command)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8046720" cy="0"/>
          </a:xfrm>
          <a:prstGeom prst="line">
            <a:avLst/>
          </a:prstGeom>
          <a:noFill/>
          <a:ln w="9525">
            <a:solidFill>
              <a:srgbClr val="3A37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190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runner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7190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3.12, pymongo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8046720" cy="0"/>
          </a:xfrm>
          <a:prstGeom prst="line">
            <a:avLst/>
          </a:prstGeom>
          <a:noFill/>
          <a:ln w="9525">
            <a:solidFill>
              <a:srgbClr val="3A37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24942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 end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24942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Pydantic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724912"/>
            <a:ext cx="8046720" cy="0"/>
          </a:xfrm>
          <a:prstGeom prst="line">
            <a:avLst/>
          </a:prstGeom>
          <a:noFill/>
          <a:ln w="9525">
            <a:solidFill>
              <a:srgbClr val="3A3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77977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end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77977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Next.js, TypeScript, Tailwind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255264"/>
            <a:ext cx="8046720" cy="0"/>
          </a:xfrm>
          <a:prstGeom prst="line">
            <a:avLst/>
          </a:prstGeom>
          <a:noFill/>
          <a:ln w="9525">
            <a:solidFill>
              <a:srgbClr val="3A37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3101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source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33101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CLI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785616"/>
            <a:ext cx="8046720" cy="0"/>
          </a:xfrm>
          <a:prstGeom prst="line">
            <a:avLst/>
          </a:prstGeom>
          <a:noFill/>
          <a:ln w="9525">
            <a:solidFill>
              <a:srgbClr val="3A37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840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runs in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3840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Compose, with healthchecks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4315968"/>
            <a:ext cx="8046720" cy="0"/>
          </a:xfrm>
          <a:prstGeom prst="line">
            <a:avLst/>
          </a:prstGeom>
          <a:noFill/>
          <a:ln w="9525">
            <a:solidFill>
              <a:srgbClr val="3A372E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MapReduce code (Jobs 1 and 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ThreadSense · IA3 Big Data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3931920" cy="3429000"/>
          </a:xfrm>
          <a:prstGeom prst="rect">
            <a:avLst/>
          </a:prstGeom>
          <a:solidFill>
            <a:srgbClr val="1F1D17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Job 1: map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seen = {};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words = this.text.split(' 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(var i = 0; i &lt; words.length; i++)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w = words[i];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(w.length &lt; 3 || w.length &gt; 20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|| STOP[w] || seen[w]) continue;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seen[w] = 1;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emit(w + '|' + this.subreddit, 1);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Job 1: reduce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(key, values)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Array.sum(values);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097280"/>
            <a:ext cx="3931920" cy="3429000"/>
          </a:xfrm>
          <a:prstGeom prst="rect">
            <a:avLst/>
          </a:prstGeom>
          <a:solidFill>
            <a:srgbClr val="1F1D17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Job 2: finalize (TF-IDF)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(key, v)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df = v.p.length;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(df &gt; MAX_DF)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{p: [], df: df};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idf = Math.log(N_SUB / df);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out = v.p.map(function (x)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[x[0],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(1 + Math.log(x[1])) * idf];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out.sort(function (a, b)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b[1] - a[1]; 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{p: out.slice(0, TOP), df: df};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Results: recommendation quality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ThreadSense · IA3 Big Data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72.6%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89.1%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3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 at 5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held-out posts, 1,013 classes. The baseline is near zero because classes are balanced.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931920" y="109728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MapReduce vs aggregation pipeline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ThreadSense · IA3 Big Data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09728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760720" y="128016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task, same output: 388,647 documents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is about 2x faster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helps only slightly: run time is word splitting, not lookup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deprecated mapReduce; it still runs on 7.0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Visualizations and demo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ThreadSense · IA3 Big Data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5" name="Image 0" descr="docs/figures/shot_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3840480" cy="2697480"/>
          </a:xfrm>
          <a:prstGeom prst="rect">
            <a:avLst/>
          </a:prstGeom>
        </p:spPr>
      </p:pic>
      <p:pic>
        <p:nvPicPr>
          <p:cNvPr id="6" name="Image 1" descr="docs/shots/try-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4023360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886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network from Job 3: related subreddits cluster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0" y="3337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post, get the top 5 communities and the words behind each score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572000" y="3977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Sourdough post → r/Breadit first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Conclusions and future 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ThreadSense · IA3 Big Data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showed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posts became 69,944 TF-IDF words and 1,013 community profiles in about 12 minutes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 top-1 and 89.1% top-5 on unseen posts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communities cluster sensibly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beats mapReduce about 2x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Limits and next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50876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and laptop scale, not real-time or petabyte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author or time: add them for per-user and trends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embeddings against TF-IDF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with Hadoop or Spark, stream with Kafka, graph in Neo4j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ThreadSense: IA3 Big Data</dc:title>
  <dc:subject>PptxGenJS Presentation</dc:subject>
  <dc:creator>Lebi</dc:creator>
  <cp:lastModifiedBy>Lebi</cp:lastModifiedBy>
  <cp:revision>1</cp:revision>
  <dcterms:created xsi:type="dcterms:W3CDTF">2026-10-25T15:45:56Z</dcterms:created>
  <dcterms:modified xsi:type="dcterms:W3CDTF">2026-10-25T15:45:56Z</dcterms:modified>
</cp:coreProperties>
</file>